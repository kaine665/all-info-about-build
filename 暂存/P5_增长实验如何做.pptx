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增长实验如何做？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用户增长系列课程 · 第5期（完结篇）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UP主：Omega  |  B站用户增长系列课程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为什么要做实验？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看似合理的假设，都失败了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案例一：微信朋友圈广告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给视频加全屏小标记 → 提升点击率？</a:t>
            </a:r>
          </a:p>
          <a:p>
            <a:pPr>
              <a:spcAft>
                <a:spcPts val="1080"/>
              </a:spcAft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❌ 失败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案例二：Airbnb 价格筛选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默认范围从 $10-300 扩大到 $10-1000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→ 展示更多漂亮客房 → 提升预约？</a:t>
            </a:r>
          </a:p>
          <a:p>
            <a:pPr>
              <a:spcAft>
                <a:spcPts val="1080"/>
              </a:spcAft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❌ 失败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你以为你以为的就是用户以为的吗？那可真不一定！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灰度测试 A/B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灰度测试：正确 vs 错误的分组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❌ 错误：按性别分组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男生 → 原方案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女生 → 新方案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问题：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男女比例可能不均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行为习惯差异大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测试结果无意义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47548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✅ 正确：按 ID 尾号分组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奇数尾号 → 原方案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偶数尾号 → 新方案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优势：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随机分布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用户画像均衡</a:t>
            </a:r>
          </a:p>
          <a:p>
            <a:pPr>
              <a:spcAft>
                <a:spcPts val="75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结果有统计意义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增长飞轮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① 提出合理的假设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4ECB71"/>
                </a:solidFill>
                <a:latin typeface="Microsoft YaHei"/>
              </a:defRPr>
            </a:pPr>
            <a:r>
              <a:t>② 进行灰度测试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③ 根据数据验证假设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FF6B6B"/>
                </a:solidFill>
                <a:latin typeface="Microsoft YaHei"/>
              </a:defRPr>
            </a:pPr>
            <a:r>
              <a:t>④ 新一轮假设和优化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④ → ① → ② → ③ → ④ → ...（循环）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数据不会告诉你一切真相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案例：手游广告 Plan A vs Plan 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Plan A 点击率 = 2%，Plan B 点击率 = 10%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→ 选 Plan B？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错！要看最终转化率：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Plan A：2% 点击 × 25% 激活 = 0.5% 最终转化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Plan B：10% 点击 × 3% 激活  = 0.3% 最终转化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4ECB71"/>
                </a:solidFill>
                <a:latin typeface="Microsoft YaHei"/>
              </a:defRPr>
            </a:pPr>
            <a:r>
              <a:t>→ Plan A 逆袭！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不要只看单一环节的数据，要看全链路转化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幸存者偏差：二战飞机的故事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1941 年，沃德教授分析返航轰炸机数据：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→ 机翼被击中最多，机尾被击中最少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军方建议：加强机翼防护</a:t>
            </a:r>
          </a:p>
          <a:p>
            <a:pPr>
              <a:spcAft>
                <a:spcPts val="1080"/>
              </a:spcAft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沃德教授：应该加强机尾防护！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原因：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样本只有平安返回的飞机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机翼被击中还能飞回来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机尾被击中的飞机根本回不来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幸存者偏差：看见的数据可能只是表象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Airbnb 改版：IE 浏览器的坑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改版后数据整体下跌 → 应该回滚？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仔细看数据：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Chrome / Safari → 数据提升或微降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IE → 数据暴跌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原因：IE 下有个显示 bug，排版错乱了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修复后 → IE 数据也提升 2%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→ 整体改版数据变正向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真相很多时候是藏在数据背后的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给做增长同学的建议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三点建议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1. 实验不具有完全的复用性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别人的结论未必是真的（可能是误导竞品）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就算是真的，你的用户群体也不同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2. 沉淀历史实验，避免重复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人员流动性大，不要让新人重做旧实验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3. 工具化和智能化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例：B站封面图自动加关键词？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→ 解放生产力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93D"/>
                </a:solidFill>
                <a:latin typeface="Microsoft YaHei"/>
              </a:defRPr>
            </a:pPr>
            <a:r>
              <a:t>本系列课程完结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感谢坚持学完 5 期课程的你！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93D"/>
                </a:solidFill>
                <a:latin typeface="Microsoft YaHei"/>
              </a:defRPr>
            </a:pPr>
            <a:r>
              <a:t>点赞  ·  收藏  ·  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我是 Omega，我们下期再见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