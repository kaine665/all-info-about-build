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增长的那些基本套路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用户增长系列课程 · 第4期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UP主：Omega  |  B站用户增长系列课程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拉新套路：四类渠道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拉新渠道总览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第一类：增长必修课（免费）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常规技术手段，不用白不用</a:t>
            </a:r>
          </a:p>
          <a:p>
            <a:pPr>
              <a:spcAft>
                <a:spcPts val="1080"/>
              </a:spcAft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第二类：付费推广拉新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花钱但立竿见影，需满足 ROI &gt; 1</a:t>
            </a:r>
          </a:p>
          <a:p>
            <a:pPr>
              <a:spcAft>
                <a:spcPts val="1080"/>
              </a:spcAft>
              <a:defRPr sz="2000" b="1">
                <a:solidFill>
                  <a:srgbClr val="FFD93D"/>
                </a:solidFill>
                <a:latin typeface="Microsoft YaHei"/>
              </a:defRPr>
            </a:pPr>
            <a:r>
              <a:t>第三类：做爆款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病毒 H5 / 视频，门槛高+靠运气</a:t>
            </a:r>
          </a:p>
          <a:p>
            <a:pPr>
              <a:spcAft>
                <a:spcPts val="1080"/>
              </a:spcAft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第四类：砸大钱做品牌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无形资产，效果难衡量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优先级：逐层递进  →  先免费 → 再付费 → 再爆款 → 最后品牌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第一类渠道详解（免费）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1. SEO（搜索引擎优化）→ 优化 Meta/关键词信息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2. ASO（应用商店优化）→ 精选提交关键词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3. 落地页优化 → 分享出去的页面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4. 产品自传播机制 → 拼多多拼单按钮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5. 产品优化 → 截屏自动弹分享+二维码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6. Push / 短信 / 邮件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7. 内部引流 → 公司产品线互相导流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8. 内部营销 → 大厂内部员工种子用户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拼多多的产品传播设计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商品页两个按钮：单独购买 vs 拼单（便宜 200）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→ 天然带来传播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单独买按钮是浅色 → 引导用户选拼单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截屏自动弹出分享页面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→ 减少分享层级，降低用户流失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分享图片带二维码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→ 好友扫码直接下单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第二类渠道详解（付费）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1. 搜索广告 → 给搜索引擎充值买关键词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2. 信息流广告 → 今日头条/网易新闻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3. 社交平台广告 → QQ空间/微信朋友圈/微博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4. 补贴 → 滴滴早期大额打车券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5. 有奖推荐 → P2P 推荐 3 人奖几百块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6. 重定向广告 → 淘宝搜过的商品到处追着你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Microsoft YaHei"/>
              </a:defRPr>
            </a:pPr>
            <a:r>
              <a:t>热门关键词几十到上百块/点击，冷门关键词几毛钱/点击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关键概念：ROI / CAC / LTV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ROI、CAC 与 LTV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ROI（投资回报比）= 产出 ÷ 投入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花 100 买鸭子，150 卖出 → ROI = 1.5（赚）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  花 100 买鸭子，80 卖出  → ROI = 0.8（亏）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CAC = 获取一个用户的平均花费</a:t>
            </a:r>
          </a:p>
          <a:p>
            <a:pPr>
              <a:spcAft>
                <a:spcPts val="1080"/>
              </a:spcAft>
              <a:defRPr sz="2000" b="1">
                <a:solidFill>
                  <a:srgbClr val="4ECB71"/>
                </a:solidFill>
                <a:latin typeface="Microsoft YaHei"/>
              </a:defRPr>
            </a:pPr>
            <a:r>
              <a:t>LTV = 用户全生命周期贡献的价值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核心条件：CAC &lt; LTV 时，放心投入！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案例：原神在 B 站投广告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CAC = 10 元（获取一个用户的花费）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LTV = 20 元（用户从注册到弃坑的总充值）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CAC &lt; LTV → 应该花更多钱买广告位！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1">
                <a:solidFill>
                  <a:srgbClr val="FF6B6B"/>
                </a:solidFill>
                <a:latin typeface="Microsoft YaHei"/>
              </a:defRPr>
            </a:pPr>
            <a:r>
              <a:t>但别想承包全部广告位：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每个广告位效果不同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B 站用户总数有限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可转化用户耗尽后 → CAC 升高，LTV 下降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留存套路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留存的两种思路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1. 把非刚需变成刚需</a:t>
            </a:r>
          </a:p>
          <a:p>
            <a:pPr>
              <a:spcAft>
                <a:spcPts val="1080"/>
              </a:spcAft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2. 把低频变成高频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安居客：房子估值变化通知 → 天天来看涨了没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Airbnb：心愿单功能 → 特价提醒拉回用户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微众银行：工资日理财提醒 → 每月定时唤醒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微保：步数兑换现金 → 日常打开 + 筛选优质客户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0"/>
            <a:ext cx="27432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Aha Moment &amp; Magic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Aha Moment 与 Magic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Aha Moment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新用户体验产品初期，发现产品价值的时刻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→ 一旦找到，更有可能留存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Magic Number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用户完成某些动作 N 次后，留存明显提升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Slack：团队发送 2000 条消息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Facebook：7 天内加 10 个好友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如何寻找 Aha Moment？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以直播产品为例：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关注 1 位主播 → 留存提升不明显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关注 2 位主播 → 留存显著提升 ✅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关注 8 位主播 → 留存很高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• 关注 100 位 → 铁粉（但不现实要求所有人）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2200" b="1">
                <a:solidFill>
                  <a:srgbClr val="FFD93D"/>
                </a:solidFill>
                <a:latin typeface="Microsoft YaHei"/>
              </a:defRPr>
            </a:pPr>
            <a:r>
              <a:t>Magic Number = 关注 2 位主播</a:t>
            </a: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8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→ 产品目标：如何让每个用户关注 2 位以上主播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93D"/>
                </a:solidFill>
                <a:latin typeface="Microsoft YaHei"/>
              </a:defRPr>
            </a:pPr>
            <a:r>
              <a:t>点赞  ·  收藏  ·  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我是 Omega，我们下期再见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