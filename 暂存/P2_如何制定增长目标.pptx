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如何制定增长目标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用户增长系列课程 · 第2期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UP主：Omega  |  B站用户增长系列课程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SMART 原则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SMART 原则：什么是合格的目标？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S — Specific（具体的）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M — Measurable（可衡量的）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 — Achievable（可实现的）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R — Relevant（相关性高的）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T — Time-bound（有明确时间节点的）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SMART 原则示例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❌ 不合格的目标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"我想要减肥"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具体？✅ 减肥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可衡量？❌ 减多少？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可实现？❓ 不确定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相关？❓ 不确定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有时间节点？❌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✅ 合格的目标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"我想要在 2021 年年底前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减肥 0.1 千克"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具体？✅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可衡量？✅ 0.1kg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可实现？✅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相关？✅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有时间节点？✅ 年底前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选对核心指标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注册用户数 vs 月活用户数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注册用户数（虚荣指标）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只增不降，看起来好看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静态数据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不能反映是否还在使用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不能反映停留时长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不能反映用户活跃度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例：暴风影音 3 亿注册用户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但产品已经消失了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月活用户数 MAU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反映真实活跃情况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需要考虑新增/留存/流失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动态指标，体现产品竞争力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MAU = Monthly Active Users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DAU = Daily Active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案例：Facebook vs Myspace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Myspace：选择注册用户数作为增长指标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Facebook：选择月活用户数作为增长指标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结果：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Facebook 市值过万亿美金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Myspace 已经凉了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核心指标定错了，对公司整体的导向会有很大的影响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不同产品的核心增长指标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网易云音乐 → 每月总听歌时间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= 活跃听歌人数 × 每人听歌时长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Slack → 每月发送的消息数</a:t>
            </a:r>
          </a:p>
          <a:p>
            <a:pPr>
              <a:spcAft>
                <a:spcPts val="1080"/>
              </a:spcAft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Airbnb → 每月预定的总天数</a:t>
            </a:r>
          </a:p>
          <a:p>
            <a:pPr>
              <a:spcAft>
                <a:spcPts val="1080"/>
              </a:spcAft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Dropbox → 文件操作数</a:t>
            </a:r>
          </a:p>
          <a:p>
            <a:pPr>
              <a:spcAft>
                <a:spcPts val="1080"/>
              </a:spcAft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知乎 → 回答问题数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不同发展阶段最重要的指标也不同：新增 → 时长 → 商业指标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93D"/>
                </a:solidFill>
                <a:latin typeface="Microsoft YaHei"/>
              </a:defRPr>
            </a:pPr>
            <a:r>
              <a:t>点赞  ·  收藏  ·  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我是 Omega，我们下期再见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