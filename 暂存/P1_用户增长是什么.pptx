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用户增长是什么</a:t>
            </a:r>
            <a:br/>
            <a:r>
              <a:t>&amp;增长应该怎么做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用户增长系列课程 · 第1期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UP主：Omega  |  B站用户增长系列课程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用户增长是什么？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用户增长的定义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正式定义：以数据驱动营销，以市场指导产品，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通过技术手段实现增长目标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通俗版本：用尽各种手段去提升产品的用户量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注意：写进刑法里的手段还是不能用的 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增长的那些“花活”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拼多多：帮我砍一刀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淘宝广告："送你一张音乐键盘票"→ 点进去是付费的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P2P 理财：送你 300 块→ 其实是 300 块的提现资格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闪屏广告：放"跳过"按钮 → 整个屏幕都是广告区域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流量劫持：在某些网站弹出广告下载正经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Microsoft YaHei"/>
              </a:defRPr>
            </a:pPr>
            <a:r>
              <a:t>你看重的是人家的利息，人家看重的是你的本金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增长做什么 &amp; 不做什么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增长的职责范围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7548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❌ 不归增长管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产品方向定义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战略方向决策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例：淘宝是否应该从百度导流？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→ 这是战略问题，不是增长问题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3931920" cy="47548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Microsoft YaHei"/>
              </a:defRPr>
            </a:pPr>
            <a:r>
              <a:t>✅ 增长的工作范围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用户获取（Acquisition）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用户激活（Activation）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用户留存（Retention）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用户变现（Revenue）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用户推荐（Referral）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战略案例：淘宝屏蔽百度搜索（2008）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为什么淘宝不让百度索引商品列表？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1. 流量入口与品牌价值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 → 用户习惯"百度一下"而非"淘宝一下"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 → 百度曾推出"百度有啊"进军电商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2. 广告收入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 → 商户充值百度而非淘宝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 → 淘宝的核心商业模式受威胁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Microsoft YaHei"/>
              </a:defRPr>
            </a:pPr>
            <a:r>
              <a:t>增长视角：有流量就投放 → 可能导致淘宝凉凉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AARRR 海盗模型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AARRR 模型（海盗模型）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A — Acquisition（获取）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 用钩子吸引用户关注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A — Activation（激活）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 用户真正注册/使用产品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R — Retention（留存）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 用户持续回来使用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R — Revenue（变现）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 从用户身上获得收入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R — Referral（推荐）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 用户帮你拉来新用户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AARRR 案例：信息流产品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获取：在各网站打广告"来看新闻领 10 块钱"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激活：用户下载 APP 并注册账号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留存：想提现？每天签到连续一个月才能提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变现：用户天天来签到顺便看新闻 → 推广告给他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推荐：推荐 10 个人下载 → 再给你 10 块钱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增长的基础链路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200" b="1">
                <a:solidFill>
                  <a:srgbClr val="FFD93D"/>
                </a:solidFill>
                <a:latin typeface="Microsoft YaHei"/>
              </a:defRPr>
            </a:pPr>
            <a:r>
              <a:t>定义目标 → 拆解目标 → 实验优化 → 知识沉淀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前三步 = 增长模型的搭建过程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AARRR 是增长模型的一种，还有服务设计模型等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灵光乍现的方法也可以用！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不管黑猫白猫，能抓住耗子都是好猫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93D"/>
                </a:solidFill>
                <a:latin typeface="Microsoft YaHei"/>
              </a:defRPr>
            </a:pPr>
            <a:r>
              <a:t>点赞  ·  收藏  ·  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我是 Omega，我们下期再见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